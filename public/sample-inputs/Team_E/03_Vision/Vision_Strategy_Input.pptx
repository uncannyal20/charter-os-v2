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</a:rPr>
              <a:t>Vision &amp;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Predictive Lift Maintenance Intelligence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</a:rPr>
              <a:t>Building Infrastructure &amp; Ops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>
                    <a:alpha val="60000"/>
                  </a:srgbClr>
                </a:solidFill>
              </a:rPr>
              <a:t>Sample Input File — For Upload into CharterOS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VISION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DEEAF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F4E79"/>
                </a:solidFill>
              </a:rPr>
              <a:t>"To make lift breakdowns in HDB estates a thing of the past — through an intelligent maintenance system that sees failure coming, acts before it happens, and keeps every resident moving safely."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</a:rPr>
              <a:t>NORTH STAR 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Reduce lift breakdown rate from 60 to 35 per 1,000 lifts within 24 months of platform go-live.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STRATEGIC PILLARS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DEEA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868680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Real-Time Telemetry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IoT sensors on 30,000 HDB lifts stream live health data — vibration, door cycles, motor current.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DEEA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Predictive AI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ML model predicts failures 48–72 hours in advance with 88%+ precision, preventing breakdowns.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DEEA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0680" y="868680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Proactive Contractor Dispatch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Contractors dispatched before failure occurs — digital work orders, SLA tracking, mobile app.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DEEA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0" y="868680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Resident Safety &amp; Comms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Proactive SMS to residents during scheduled maintenance with estimated restoration times.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TO USE THIS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This PowerPoint is a sample Vision input file for CharterOS.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In CharterOS, navigate to the Vision &amp; Strategy section.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Click 'Upload Supporting Files' and upload this 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AI Vision Strategist will read these slides and use the vision statement, north star metric, and strategic pillars as context.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You can edit the vision statement and pillars on Slide 2 and 3 before uploading.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more specific your inputs, the better the AI-generated vision output will be.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2026-06-17T06:26:21Z</dcterms:created>
  <dcterms:modified xsi:type="dcterms:W3CDTF">2026-06-17T06:26:21Z</dcterms:modified>
</cp:coreProperties>
</file>