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Product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Predictive Lift Maintenance Intelligence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Building Infrastructure &amp; Ops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EPICS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3192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05840"/>
                <a:gridCol w="822960"/>
                <a:gridCol w="1005840"/>
                <a:gridCol w="283464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Epic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Outcome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Lift Telemetry Infrastructure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Sensors live on 500 pilot lifts with real-time data stream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Predictive ML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Scientist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Daily health scores and failure predictions at 88%+ precision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Maintenance Operations Dashboard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Live lift health map and predictive alert queue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Contractor Mobile App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Digital work orders and real-time SLA tracking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Resident Communication Module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Proactive SMS with ETR during planned maintenance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DELIVERY PHASES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— Telemetry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1–4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Sensor selection &amp; procurement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Pilot lift installation (500 lifts)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Real-time data ingestion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Sensor health monitoring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— 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5–8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87752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ML model training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Failure prediction scoring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Daily health score generation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Model explainability 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00B0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— 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9–10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Operations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2312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Predictive alert queue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82312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Contractor dispatch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Contractor mobile app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94576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5BC8F5"/>
          </a:solidFill>
          <a:ln/>
        </p:spPr>
      </p:sp>
      <p:sp>
        <p:nvSpPr>
          <p:cNvPr id="29" name="Text 27"/>
          <p:cNvSpPr/>
          <p:nvPr/>
        </p:nvSpPr>
        <p:spPr>
          <a:xfrm>
            <a:off x="6986016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 — Scale &amp; Comms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6016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11–12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736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Scale to all 30,000 lifts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4304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Resident SMS notifications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04304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ETR communication engine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04304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Post-restoration feedback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Roadmap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Product Roadmap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Roadmap Architect will read the epics and phases to generate a structured roadmap.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2 (Epics) to reflect your team's actual priorities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3 (Phases) to adjust delivery sequencing as needed.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