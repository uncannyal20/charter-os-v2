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34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Product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Municipal Smart Sensor &amp; IoT Network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Estate Management Division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 EPICS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3192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005840"/>
                <a:gridCol w="822960"/>
                <a:gridCol w="1005840"/>
                <a:gridCol w="2834640"/>
              </a:tblGrid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Epic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Outcome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346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Sensor Infrastructure &amp; Deployment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pilot estates fully wired with live data ingestion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Real-Time Data Platform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Engineer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Live dashboard and estate digital twin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Anomaly Detection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Engineer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92%+ precision, tiered alert system live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Field Officer Mobile 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Push alerts and GPS-tagged fault reporting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Energy Optimisation Module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15% energy reduction in pilot estates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DELIVERY PHASES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 — Infrastructure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1–4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Sensor hardware selection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Network topology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Pilot estate installation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MQTT ingestion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9B4DC0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— Platform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5–7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87752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Time-series 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Real-time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Digital twin visualisation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SNDGO data connector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BF8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 — Intelligence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8–10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Anomaly detection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2312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Tiered alert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2312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False positive tuning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Field officer mobile app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94576" y="731520"/>
            <a:ext cx="2103120" cy="4023360"/>
          </a:xfrm>
          <a:prstGeom prst="roundRect">
            <a:avLst>
              <a:gd name="adj" fmla="val 3478"/>
            </a:avLst>
          </a:prstGeom>
          <a:solidFill>
            <a:srgbClr val="D9B3F0"/>
          </a:solidFill>
          <a:ln/>
        </p:spPr>
      </p:sp>
      <p:sp>
        <p:nvSpPr>
          <p:cNvPr id="29" name="Text 27"/>
          <p:cNvSpPr/>
          <p:nvPr/>
        </p:nvSpPr>
        <p:spPr>
          <a:xfrm>
            <a:off x="6986016" y="822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 — Optimisation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1325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Months 11–12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31736" y="1645920"/>
            <a:ext cx="182880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173736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Energy optimisation module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4304" y="2267712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Smart lighting controls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04304" y="2798064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BMS integration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04304" y="3328416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Estate expansion planning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F34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Roadmap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Product Roadmap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Roadmap Architect will read the epics and phases to generate a structured roadmap.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2 (Epics) to reflect your team's actual priorities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Edit Slide 3 (Phases) to adjust delivery sequencing as needed.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