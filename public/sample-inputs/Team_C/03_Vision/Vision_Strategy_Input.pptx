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34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Vision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Municipal Smart Sensor &amp; IoT Network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Estate Management Division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VISION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EAE0F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F3465"/>
                </a:solidFill>
              </a:rPr>
              <a:t>"To transform HDB estate management through a living sensor network — where real-time data from every block, corridor, and facility drives faster, smarter, and more sustainable maintenance decisions."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</a:rPr>
              <a:t>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Deploy IoT coverage across 5 pilot estates by Dec 2026 and reduce reactive maintenance calls by 30% within 18 months.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PILLARS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AE0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868680"/>
            <a:ext cx="685800" cy="68580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3465"/>
                </a:solidFill>
              </a:rPr>
              <a:t>Real-Time Monitoring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Live sensor data from across all estates — lighting, water, refuse, and common facilities.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AE0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685800" cy="68580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3465"/>
                </a:solidFill>
              </a:rPr>
              <a:t>Predictive Maintenance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AI anomaly detection identifies faults before they occur, reducing reactive calls by 30%+.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AE0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868680"/>
            <a:ext cx="685800" cy="68580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3465"/>
                </a:solidFill>
              </a:rPr>
              <a:t>Energy Optimisation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Smart controls and consumption analytics targeting 15% reduction in common area energy 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AE0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868680"/>
            <a:ext cx="685800" cy="68580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3465"/>
                </a:solidFill>
              </a:rPr>
              <a:t>Smart Nation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Data shared with SNDGO sensor platform — contributing to Singapore's smart city ecosystem.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Vision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Vision &amp; Strategy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Vision Strategist will read these slides and use the vision statement, north star metric, and strategic pillars as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You can edit the vision statement and pillars on Slide 2 and 3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more specific your inputs, the better the AI-generated vision output will be.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