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6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</a:rPr>
              <a:t>Product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Community Space Booking &amp; Management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</a:rPr>
              <a:t>Citizen Experience Group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>
                    <a:alpha val="60000"/>
                  </a:srgbClr>
                </a:solidFill>
              </a:rPr>
              <a:t>Sample Input File — For Upload into CharterOS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F6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 EPICS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93192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1005840"/>
                <a:gridCol w="822960"/>
                <a:gridCol w="1005840"/>
                <a:gridCol w="2834640"/>
              </a:tblGrid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Epic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Outcome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600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Facility Discovery Portal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All facilities searchable with photos and real-time availability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Online Booking &amp; Payment Engine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Tech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End-to-end booking with PayNow/card and auto deposit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 Admin Portal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 staff fully manage facilities and bookings digitally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Mobile App (iOS &amp; Android)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Tech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Native mobile experience with QR check-in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Analytics &amp; Optimisation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Utilisation heatmaps and TC benchmarking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F6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DELIVERY PHASES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BF90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 — Discovery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1–2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Facility data migration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Search and browse UI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Photo gallery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Availability calendar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D4A800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 — Booking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3–5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87752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Booking flow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PayNow + card integration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Deposit automation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Booking confirmation emails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72584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E6BE00"/>
          </a:solidFill>
          <a:ln/>
        </p:spPr>
      </p:sp>
      <p:sp>
        <p:nvSpPr>
          <p:cNvPr id="21" name="Text 19"/>
          <p:cNvSpPr/>
          <p:nvPr/>
        </p:nvSpPr>
        <p:spPr>
          <a:xfrm>
            <a:off x="4764024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 — Admin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6–7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9744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TC admin portal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82312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Calendar blocking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82312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Revenue reporting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82312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Deposit refund management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94576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F2D300"/>
          </a:solidFill>
          <a:ln/>
        </p:spPr>
      </p:sp>
      <p:sp>
        <p:nvSpPr>
          <p:cNvPr id="29" name="Text 27"/>
          <p:cNvSpPr/>
          <p:nvPr/>
        </p:nvSpPr>
        <p:spPr>
          <a:xfrm>
            <a:off x="6986016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 — Mobile &amp; Analytics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86016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8–10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31736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04304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iOS/Android app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04304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QR code check-in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04304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Push notifications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04304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Utilisation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F6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TO USE THIS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This PowerPoint is a sample Roadmap input file for CharterOS.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In CharterOS, navigate to the Product Roadmap section.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Click 'Upload Supporting Files' and upload this 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AI Roadmap Architect will read the epics and phases to generate a structured roadmap.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Edit Slide 2 (Epics) to reflect your team's actual priorities before uploading.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Edit Slide 3 (Phases) to adjust delivery sequencing as needed.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2026-06-17T06:26:21Z</dcterms:created>
  <dcterms:modified xsi:type="dcterms:W3CDTF">2026-06-17T06:26:21Z</dcterms:modified>
</cp:coreProperties>
</file>