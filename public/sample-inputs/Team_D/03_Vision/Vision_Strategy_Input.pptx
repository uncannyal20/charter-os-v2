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6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</a:rPr>
              <a:t>Vision &amp;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Community Space Booking &amp; Management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</a:rPr>
              <a:t>Citizen Experience Group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>
                    <a:alpha val="60000"/>
                  </a:srgbClr>
                </a:solidFill>
              </a:rPr>
              <a:t>Sample Input File — For Upload into CharterOS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F6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VISION STATEMENT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2C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F6000"/>
                </a:solidFill>
              </a:rPr>
              <a:t>"To make every HDB community space discoverable, bookable, and enjoyable — connecting residents to the heart of their estate through a seamless digital experience."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9000"/>
                </a:solidFill>
              </a:rPr>
              <a:t>NORTH STAR 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Achieve 60% of all community space bookings made online within 12 months of launch.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F6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STRATEGIC PILLARS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FFF2C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868680"/>
            <a:ext cx="685800" cy="68580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6000"/>
                </a:solidFill>
              </a:rPr>
              <a:t>Effortless Discovery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Residents can find, browse, and check availability of any community space from their phone.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FFF2C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685800" cy="68580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6000"/>
                </a:solidFill>
              </a:rPr>
              <a:t>Seamless Booking &amp; Payment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Online booking with PayNow/card payment, automated deposits and confirmations.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FFF2C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40680" y="868680"/>
            <a:ext cx="685800" cy="68580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6000"/>
                </a:solidFill>
              </a:rPr>
              <a:t>Streamlined TC Management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TC staff manage all facilities, bookings, and revenue from a single simple admin portal.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FFF2C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0" y="868680"/>
            <a:ext cx="685800" cy="68580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6000"/>
                </a:solidFill>
              </a:rPr>
              <a:t>Data-Driven Planning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Utilisation analytics help TCs and HDB optimise community space availability and investment.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F6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TO USE THIS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This PowerPoint is a sample Vision input file for CharterOS.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In CharterOS, navigate to the Vision &amp; Strategy section.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Click 'Upload Supporting Files' and upload this 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20040" cy="3200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The AI Vision Strategist will read these slides and use the vision statement, north star metric, and strategic pillars as context.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20040" cy="3200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You can edit the vision statement and pillars on Slide 2 and 3 before uploading.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The more specific your inputs, the better the AI-generated vision output will be.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2026-06-17T06:26:21Z</dcterms:created>
  <dcterms:modified xsi:type="dcterms:W3CDTF">2026-06-17T06:26:21Z</dcterms:modified>
</cp:coreProperties>
</file>