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</a:rPr>
              <a:t>Vision &amp; 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HDB Maintenance &amp; Estate Services Digital Transformation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</a:rPr>
              <a:t>Digital Services Office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>
                    <a:alpha val="60000"/>
                  </a:srgbClr>
                </a:solidFill>
              </a:rPr>
              <a:t>Sample Input File — For Upload into CharterOS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VISION STATEMENT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DEEAF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F497D"/>
                </a:solidFill>
              </a:rPr>
              <a:t>"To be the most responsive and transparent public housing maintenance service in Singapore — where every resident request is resolved faster, smarter, and with full visibility from submission to completion."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</a:rPr>
              <a:t>NORTH STAR 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Reduce average resolution time from 10 days to 5 days within 18 months of launch.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STRATEGIC PILLARS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DEEA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868680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97D"/>
                </a:solidFill>
              </a:rPr>
              <a:t>Resident-First Experience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Every resident can submit, track and rate maintenance requests digitally — any time, any channel.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DEEA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97D"/>
                </a:solidFill>
              </a:rPr>
              <a:t>AI-Powered 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80% of requests auto-triaged and routed by AI, freeing officers for complex cases.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DEEA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40680" y="868680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97D"/>
                </a:solidFill>
              </a:rPr>
              <a:t>Contractor Accountability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Digital work orders, SLA tracking, and performance scoring for all contractors.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777240"/>
            <a:ext cx="2057400" cy="3474720"/>
          </a:xfrm>
          <a:prstGeom prst="roundRect">
            <a:avLst>
              <a:gd name="adj" fmla="val 4444"/>
            </a:avLst>
          </a:prstGeom>
          <a:solidFill>
            <a:srgbClr val="DEEAF1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0" y="868680"/>
            <a:ext cx="685800" cy="6858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868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16459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97D"/>
                </a:solidFill>
              </a:rPr>
              <a:t>Data-Driven Management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228600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05050"/>
                </a:solidFill>
              </a:rPr>
              <a:t>Real-time dashboards giving management full visibility of estate maintenance health.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HOW TO USE THIS 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This PowerPoint is a sample Vision input file for CharterOS.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In CharterOS, navigate to the Vision &amp; Strategy section.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Click 'Upload Supporting Files' and upload this file.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834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AI Vision Strategist will read these slides and use the vision statement, north star metric, and strategic pillars as context.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474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You can edit the vision statement and pillars on Slide 2 and 3 before uploading.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The more specific your inputs, the better the AI-generated vision output will be.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2026-06-17T06:26:21Z</dcterms:created>
  <dcterms:modified xsi:type="dcterms:W3CDTF">2026-06-17T06:26:21Z</dcterms:modified>
</cp:coreProperties>
</file>