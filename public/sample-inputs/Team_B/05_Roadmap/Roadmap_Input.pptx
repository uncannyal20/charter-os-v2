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</a:rPr>
              <a:t>Product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HDB Maintenance &amp; Estate Services Digital Transformation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</a:rPr>
              <a:t>Digital Services Office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>
                    <a:alpha val="60000"/>
                  </a:srgbClr>
                </a:solidFill>
              </a:rPr>
              <a:t>Sample Input File — For Upload into CharterOS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 EPICS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93192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1005840"/>
                <a:gridCol w="822960"/>
                <a:gridCol w="1005840"/>
                <a:gridCol w="2834640"/>
              </a:tblGrid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Epic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Outcome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Digital Intake &amp; Triage Engine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Tech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AI classifies and routes 75%+ of requests automatically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Resident Status Visibility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Real-time SMS/push updates at every stage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Officer Operations Dashboard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Mobile app + AI-prioritised queue for officers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Contractor Digital Integration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Tech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Digital work orders and SLA breach alerts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Analytics &amp; Continuous Improvement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Estate-level dashboards and predictive signals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DELIVERY PHASES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 —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1–3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Digital intake 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AI triage model (v1)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Auto-routing engine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Basic status tracking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0070C0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 — Visibility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4–5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87752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SMS/push notifications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Resident status portal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Resident feedback on completion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Duplicate detection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72584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00B0F0"/>
          </a:solidFill>
          <a:ln/>
        </p:spPr>
      </p:sp>
      <p:sp>
        <p:nvSpPr>
          <p:cNvPr id="21" name="Text 19"/>
          <p:cNvSpPr/>
          <p:nvPr/>
        </p:nvSpPr>
        <p:spPr>
          <a:xfrm>
            <a:off x="4764024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 — Operations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6–8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9744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Officer mobile app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2312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AI-prioritised queue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82312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Contractor digital app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82312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SLA breach alerts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94576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5BC8F5"/>
          </a:solidFill>
          <a:ln/>
        </p:spPr>
      </p:sp>
      <p:sp>
        <p:nvSpPr>
          <p:cNvPr id="29" name="Text 27"/>
          <p:cNvSpPr/>
          <p:nvPr/>
        </p:nvSpPr>
        <p:spPr>
          <a:xfrm>
            <a:off x="6986016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 — Intelligence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86016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9–10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31736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04304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Analytics dashboard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04304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Predictive maintenance signals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04304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Contractor performance scoring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04304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Management reporting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TO USE THIS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This PowerPoint is a sample Roadmap input file for CharterOS.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In CharterOS, navigate to the Product Roadmap section.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Click 'Upload Supporting Files' and upload this 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AI Roadmap Architect will read the epics and phases to generate a structured roadmap.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Edit Slide 2 (Epics) to reflect your team's actual priorities before uploading.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Edit Slide 3 (Phases) to adjust delivery sequencing as needed.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2026-06-17T06:26:21Z</dcterms:created>
  <dcterms:modified xsi:type="dcterms:W3CDTF">2026-06-17T06:26:21Z</dcterms:modified>
</cp:coreProperties>
</file>